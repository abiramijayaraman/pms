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uli Bold" charset="1" panose="00000800000000000000"/>
      <p:regular r:id="rId12"/>
    </p:embeddedFont>
    <p:embeddedFont>
      <p:font typeface="Prachason Neue Mon Bold" charset="1" panose="00000000000000000000"/>
      <p:regular r:id="rId13"/>
    </p:embeddedFont>
    <p:embeddedFont>
      <p:font typeface="Muli" charset="1" panose="0000050000000000000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6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2309" y="-5272809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322692" y="5459112"/>
            <a:ext cx="6400206" cy="5027071"/>
          </a:xfrm>
          <a:custGeom>
            <a:avLst/>
            <a:gdLst/>
            <a:ahLst/>
            <a:cxnLst/>
            <a:rect r="r" b="b" t="t" l="l"/>
            <a:pathLst>
              <a:path h="5027071" w="6400206">
                <a:moveTo>
                  <a:pt x="0" y="0"/>
                </a:moveTo>
                <a:lnTo>
                  <a:pt x="6400206" y="0"/>
                </a:lnTo>
                <a:lnTo>
                  <a:pt x="6400206" y="5027071"/>
                </a:lnTo>
                <a:lnTo>
                  <a:pt x="0" y="50270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-434898" y="-199183"/>
            <a:ext cx="6400206" cy="5027071"/>
          </a:xfrm>
          <a:custGeom>
            <a:avLst/>
            <a:gdLst/>
            <a:ahLst/>
            <a:cxnLst/>
            <a:rect r="r" b="b" t="t" l="l"/>
            <a:pathLst>
              <a:path h="5027071" w="6400206">
                <a:moveTo>
                  <a:pt x="6400206" y="5027071"/>
                </a:moveTo>
                <a:lnTo>
                  <a:pt x="0" y="5027071"/>
                </a:lnTo>
                <a:lnTo>
                  <a:pt x="0" y="0"/>
                </a:lnTo>
                <a:lnTo>
                  <a:pt x="6400206" y="0"/>
                </a:lnTo>
                <a:lnTo>
                  <a:pt x="6400206" y="5027071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700000">
            <a:off x="11543453" y="-479288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0" y="0"/>
                </a:moveTo>
                <a:lnTo>
                  <a:pt x="8344070" y="0"/>
                </a:lnTo>
                <a:lnTo>
                  <a:pt x="8344070" y="10979040"/>
                </a:lnTo>
                <a:lnTo>
                  <a:pt x="0" y="1097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-2700000">
            <a:off x="-1599523" y="410084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8344070" y="10979040"/>
                </a:moveTo>
                <a:lnTo>
                  <a:pt x="0" y="10979040"/>
                </a:lnTo>
                <a:lnTo>
                  <a:pt x="0" y="0"/>
                </a:lnTo>
                <a:lnTo>
                  <a:pt x="8344070" y="0"/>
                </a:lnTo>
                <a:lnTo>
                  <a:pt x="8344070" y="1097904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381747">
            <a:off x="10901233" y="-5032500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0" y="0"/>
                </a:moveTo>
                <a:lnTo>
                  <a:pt x="10013894" y="0"/>
                </a:lnTo>
                <a:lnTo>
                  <a:pt x="1001389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true" rot="1381747">
            <a:off x="-2627127" y="7089900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8229600"/>
                </a:moveTo>
                <a:lnTo>
                  <a:pt x="0" y="8229600"/>
                </a:lnTo>
                <a:lnTo>
                  <a:pt x="0" y="0"/>
                </a:lnTo>
                <a:lnTo>
                  <a:pt x="10013894" y="0"/>
                </a:lnTo>
                <a:lnTo>
                  <a:pt x="10013894" y="822960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189285" y="4637677"/>
            <a:ext cx="6535356" cy="1911476"/>
            <a:chOff x="0" y="0"/>
            <a:chExt cx="1344723" cy="39330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44723" cy="393308"/>
            </a:xfrm>
            <a:custGeom>
              <a:avLst/>
              <a:gdLst/>
              <a:ahLst/>
              <a:cxnLst/>
              <a:rect r="r" b="b" t="t" l="l"/>
              <a:pathLst>
                <a:path h="393308" w="1344723">
                  <a:moveTo>
                    <a:pt x="38870" y="0"/>
                  </a:moveTo>
                  <a:lnTo>
                    <a:pt x="1305853" y="0"/>
                  </a:lnTo>
                  <a:cubicBezTo>
                    <a:pt x="1316162" y="0"/>
                    <a:pt x="1326049" y="4095"/>
                    <a:pt x="1333338" y="11385"/>
                  </a:cubicBezTo>
                  <a:cubicBezTo>
                    <a:pt x="1340628" y="18674"/>
                    <a:pt x="1344723" y="28561"/>
                    <a:pt x="1344723" y="38870"/>
                  </a:cubicBezTo>
                  <a:lnTo>
                    <a:pt x="1344723" y="354437"/>
                  </a:lnTo>
                  <a:cubicBezTo>
                    <a:pt x="1344723" y="364747"/>
                    <a:pt x="1340628" y="374633"/>
                    <a:pt x="1333338" y="381923"/>
                  </a:cubicBezTo>
                  <a:cubicBezTo>
                    <a:pt x="1326049" y="389213"/>
                    <a:pt x="1316162" y="393308"/>
                    <a:pt x="1305853" y="393308"/>
                  </a:cubicBezTo>
                  <a:lnTo>
                    <a:pt x="38870" y="393308"/>
                  </a:lnTo>
                  <a:cubicBezTo>
                    <a:pt x="28561" y="393308"/>
                    <a:pt x="18674" y="389213"/>
                    <a:pt x="11385" y="381923"/>
                  </a:cubicBezTo>
                  <a:cubicBezTo>
                    <a:pt x="4095" y="374633"/>
                    <a:pt x="0" y="364747"/>
                    <a:pt x="0" y="354437"/>
                  </a:cubicBezTo>
                  <a:lnTo>
                    <a:pt x="0" y="38870"/>
                  </a:lnTo>
                  <a:cubicBezTo>
                    <a:pt x="0" y="28561"/>
                    <a:pt x="4095" y="18674"/>
                    <a:pt x="11385" y="11385"/>
                  </a:cubicBezTo>
                  <a:cubicBezTo>
                    <a:pt x="18674" y="4095"/>
                    <a:pt x="28561" y="0"/>
                    <a:pt x="3887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344723" cy="4504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479"/>
                </a:lnSpc>
              </a:pPr>
              <a:r>
                <a:rPr lang="en-US" sz="3199" b="true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BY 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 b="true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LAKSHMI NARAYANAN D</a:t>
              </a:r>
            </a:p>
            <a:p>
              <a:pPr algn="ctr">
                <a:lnSpc>
                  <a:spcPts val="4479"/>
                </a:lnSpc>
              </a:pPr>
              <a:r>
                <a:rPr lang="en-US" sz="3199" b="true">
                  <a:solidFill>
                    <a:srgbClr val="000000"/>
                  </a:solidFill>
                  <a:latin typeface="Muli Bold"/>
                  <a:ea typeface="Muli Bold"/>
                  <a:cs typeface="Muli Bold"/>
                  <a:sym typeface="Muli Bold"/>
                </a:rPr>
                <a:t>ABIRAMI J 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258355" y="1053544"/>
            <a:ext cx="12457133" cy="2985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92"/>
              </a:lnSpc>
            </a:pPr>
            <a:r>
              <a:rPr lang="en-US" b="true" sz="7352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PORTFOLIO MANAGEMENT SYSTEM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2309" y="-5272809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700000">
            <a:off x="11543453" y="-479288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0" y="0"/>
                </a:moveTo>
                <a:lnTo>
                  <a:pt x="8344070" y="0"/>
                </a:lnTo>
                <a:lnTo>
                  <a:pt x="8344070" y="10979040"/>
                </a:lnTo>
                <a:lnTo>
                  <a:pt x="0" y="1097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81747">
            <a:off x="10901233" y="-5032500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0" y="0"/>
                </a:moveTo>
                <a:lnTo>
                  <a:pt x="10013894" y="0"/>
                </a:lnTo>
                <a:lnTo>
                  <a:pt x="1001389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350356" y="-665635"/>
            <a:ext cx="4372543" cy="2345273"/>
          </a:xfrm>
          <a:custGeom>
            <a:avLst/>
            <a:gdLst/>
            <a:ahLst/>
            <a:cxnLst/>
            <a:rect r="r" b="b" t="t" l="l"/>
            <a:pathLst>
              <a:path h="2345273" w="4372543">
                <a:moveTo>
                  <a:pt x="4372542" y="0"/>
                </a:moveTo>
                <a:lnTo>
                  <a:pt x="0" y="0"/>
                </a:lnTo>
                <a:lnTo>
                  <a:pt x="0" y="2345273"/>
                </a:lnTo>
                <a:lnTo>
                  <a:pt x="4372542" y="2345273"/>
                </a:lnTo>
                <a:lnTo>
                  <a:pt x="4372542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4588" y="2263943"/>
            <a:ext cx="17118824" cy="5070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60"/>
              </a:lnSpc>
              <a:spcBef>
                <a:spcPct val="0"/>
              </a:spcBef>
            </a:pPr>
          </a:p>
          <a:p>
            <a:pPr algn="ctr">
              <a:lnSpc>
                <a:spcPts val="5060"/>
              </a:lnSpc>
              <a:spcBef>
                <a:spcPct val="0"/>
              </a:spcBef>
            </a:pPr>
          </a:p>
          <a:p>
            <a:pPr algn="ctr">
              <a:lnSpc>
                <a:spcPts val="5060"/>
              </a:lnSpc>
              <a:spcBef>
                <a:spcPct val="0"/>
              </a:spcBef>
            </a:pPr>
            <a:r>
              <a:rPr lang="en-US" sz="3614">
                <a:solidFill>
                  <a:srgbClr val="000000"/>
                </a:solidFill>
                <a:latin typeface="Muli"/>
                <a:ea typeface="Muli"/>
                <a:cs typeface="Muli"/>
                <a:sym typeface="Muli"/>
              </a:rPr>
              <a:t>The Portfolio Management System (PMS) is a  financial application built using React, FastAPI, and PostgreSQL to manage portfolios, securities, asset allocation, and historical market data.It provides benchmark comparison, portfolio performance tracking, and asset-class and security-level rebalancing through trades and alerts.</a:t>
            </a:r>
          </a:p>
          <a:p>
            <a:pPr algn="ctr">
              <a:lnSpc>
                <a:spcPts val="506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2309" y="-5272809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019158">
            <a:off x="-1201704" y="-523214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0" y="0"/>
                </a:moveTo>
                <a:lnTo>
                  <a:pt x="8344070" y="0"/>
                </a:lnTo>
                <a:lnTo>
                  <a:pt x="8344070" y="10979040"/>
                </a:lnTo>
                <a:lnTo>
                  <a:pt x="0" y="1097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937411">
            <a:off x="-3254496" y="-4934445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0"/>
                </a:moveTo>
                <a:lnTo>
                  <a:pt x="0" y="0"/>
                </a:lnTo>
                <a:lnTo>
                  <a:pt x="0" y="8229600"/>
                </a:lnTo>
                <a:lnTo>
                  <a:pt x="10013894" y="8229600"/>
                </a:lnTo>
                <a:lnTo>
                  <a:pt x="1001389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51163" y="1166853"/>
            <a:ext cx="15385464" cy="7834590"/>
          </a:xfrm>
          <a:custGeom>
            <a:avLst/>
            <a:gdLst/>
            <a:ahLst/>
            <a:cxnLst/>
            <a:rect r="r" b="b" t="t" l="l"/>
            <a:pathLst>
              <a:path h="7834590" w="15385464">
                <a:moveTo>
                  <a:pt x="0" y="0"/>
                </a:moveTo>
                <a:lnTo>
                  <a:pt x="15385464" y="0"/>
                </a:lnTo>
                <a:lnTo>
                  <a:pt x="15385464" y="7834589"/>
                </a:lnTo>
                <a:lnTo>
                  <a:pt x="0" y="78345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248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02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2309" y="-5272809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019158">
            <a:off x="-1201704" y="-523214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0" y="0"/>
                </a:moveTo>
                <a:lnTo>
                  <a:pt x="8344070" y="0"/>
                </a:lnTo>
                <a:lnTo>
                  <a:pt x="8344070" y="10979040"/>
                </a:lnTo>
                <a:lnTo>
                  <a:pt x="0" y="1097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937411">
            <a:off x="-3254496" y="-4934445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0"/>
                </a:moveTo>
                <a:lnTo>
                  <a:pt x="0" y="0"/>
                </a:lnTo>
                <a:lnTo>
                  <a:pt x="0" y="8229600"/>
                </a:lnTo>
                <a:lnTo>
                  <a:pt x="10013894" y="8229600"/>
                </a:lnTo>
                <a:lnTo>
                  <a:pt x="1001389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074016" y="479339"/>
            <a:ext cx="13956777" cy="9328322"/>
          </a:xfrm>
          <a:custGeom>
            <a:avLst/>
            <a:gdLst/>
            <a:ahLst/>
            <a:cxnLst/>
            <a:rect r="r" b="b" t="t" l="l"/>
            <a:pathLst>
              <a:path h="9328322" w="13956777">
                <a:moveTo>
                  <a:pt x="0" y="0"/>
                </a:moveTo>
                <a:lnTo>
                  <a:pt x="13956778" y="0"/>
                </a:lnTo>
                <a:lnTo>
                  <a:pt x="13956778" y="9328322"/>
                </a:lnTo>
                <a:lnTo>
                  <a:pt x="0" y="932832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619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2309" y="-5272809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6019158">
            <a:off x="-1201704" y="-523214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0" y="0"/>
                </a:moveTo>
                <a:lnTo>
                  <a:pt x="8344070" y="0"/>
                </a:lnTo>
                <a:lnTo>
                  <a:pt x="8344070" y="10979040"/>
                </a:lnTo>
                <a:lnTo>
                  <a:pt x="0" y="109790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937411">
            <a:off x="-3254496" y="-4934445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0"/>
                </a:moveTo>
                <a:lnTo>
                  <a:pt x="0" y="0"/>
                </a:lnTo>
                <a:lnTo>
                  <a:pt x="0" y="8229600"/>
                </a:lnTo>
                <a:lnTo>
                  <a:pt x="10013894" y="8229600"/>
                </a:lnTo>
                <a:lnTo>
                  <a:pt x="10013894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337096" y="692100"/>
            <a:ext cx="13312821" cy="8902800"/>
          </a:xfrm>
          <a:custGeom>
            <a:avLst/>
            <a:gdLst/>
            <a:ahLst/>
            <a:cxnLst/>
            <a:rect r="r" b="b" t="t" l="l"/>
            <a:pathLst>
              <a:path h="8902800" w="13312821">
                <a:moveTo>
                  <a:pt x="0" y="0"/>
                </a:moveTo>
                <a:lnTo>
                  <a:pt x="13312821" y="0"/>
                </a:lnTo>
                <a:lnTo>
                  <a:pt x="13312821" y="8902800"/>
                </a:lnTo>
                <a:lnTo>
                  <a:pt x="0" y="89028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9" r="-509" b="-99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04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272309" y="-5272809"/>
            <a:ext cx="20832618" cy="20832618"/>
          </a:xfrm>
          <a:custGeom>
            <a:avLst/>
            <a:gdLst/>
            <a:ahLst/>
            <a:cxnLst/>
            <a:rect r="r" b="b" t="t" l="l"/>
            <a:pathLst>
              <a:path h="20832618" w="20832618">
                <a:moveTo>
                  <a:pt x="0" y="0"/>
                </a:moveTo>
                <a:lnTo>
                  <a:pt x="20832618" y="0"/>
                </a:lnTo>
                <a:lnTo>
                  <a:pt x="20832618" y="20832618"/>
                </a:lnTo>
                <a:lnTo>
                  <a:pt x="0" y="208326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0999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334877" y="6483465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5184166" y="0"/>
                </a:moveTo>
                <a:lnTo>
                  <a:pt x="0" y="0"/>
                </a:lnTo>
                <a:lnTo>
                  <a:pt x="0" y="4071927"/>
                </a:lnTo>
                <a:lnTo>
                  <a:pt x="5184166" y="4071927"/>
                </a:lnTo>
                <a:lnTo>
                  <a:pt x="518416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13438711" y="-268392"/>
            <a:ext cx="5184166" cy="4071927"/>
          </a:xfrm>
          <a:custGeom>
            <a:avLst/>
            <a:gdLst/>
            <a:ahLst/>
            <a:cxnLst/>
            <a:rect r="r" b="b" t="t" l="l"/>
            <a:pathLst>
              <a:path h="4071927" w="5184166">
                <a:moveTo>
                  <a:pt x="0" y="4071927"/>
                </a:moveTo>
                <a:lnTo>
                  <a:pt x="5184166" y="4071927"/>
                </a:lnTo>
                <a:lnTo>
                  <a:pt x="5184166" y="0"/>
                </a:lnTo>
                <a:lnTo>
                  <a:pt x="0" y="0"/>
                </a:lnTo>
                <a:lnTo>
                  <a:pt x="0" y="4071927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019158">
            <a:off x="-1201704" y="-5232149"/>
            <a:ext cx="8344070" cy="10979040"/>
          </a:xfrm>
          <a:custGeom>
            <a:avLst/>
            <a:gdLst/>
            <a:ahLst/>
            <a:cxnLst/>
            <a:rect r="r" b="b" t="t" l="l"/>
            <a:pathLst>
              <a:path h="10979040" w="8344070">
                <a:moveTo>
                  <a:pt x="0" y="0"/>
                </a:moveTo>
                <a:lnTo>
                  <a:pt x="8344070" y="0"/>
                </a:lnTo>
                <a:lnTo>
                  <a:pt x="8344070" y="10979040"/>
                </a:lnTo>
                <a:lnTo>
                  <a:pt x="0" y="109790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1937411">
            <a:off x="-3254496" y="-4934445"/>
            <a:ext cx="10013894" cy="8229600"/>
          </a:xfrm>
          <a:custGeom>
            <a:avLst/>
            <a:gdLst/>
            <a:ahLst/>
            <a:cxnLst/>
            <a:rect r="r" b="b" t="t" l="l"/>
            <a:pathLst>
              <a:path h="8229600" w="10013894">
                <a:moveTo>
                  <a:pt x="10013894" y="0"/>
                </a:moveTo>
                <a:lnTo>
                  <a:pt x="0" y="0"/>
                </a:lnTo>
                <a:lnTo>
                  <a:pt x="0" y="8229600"/>
                </a:lnTo>
                <a:lnTo>
                  <a:pt x="10013894" y="8229600"/>
                </a:lnTo>
                <a:lnTo>
                  <a:pt x="10013894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6536627" y="8783577"/>
            <a:ext cx="3296246" cy="949447"/>
            <a:chOff x="0" y="0"/>
            <a:chExt cx="678240" cy="1953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8240" cy="195359"/>
            </a:xfrm>
            <a:custGeom>
              <a:avLst/>
              <a:gdLst/>
              <a:ahLst/>
              <a:cxnLst/>
              <a:rect r="r" b="b" t="t" l="l"/>
              <a:pathLst>
                <a:path h="195359" w="678240">
                  <a:moveTo>
                    <a:pt x="97680" y="0"/>
                  </a:moveTo>
                  <a:lnTo>
                    <a:pt x="580560" y="0"/>
                  </a:lnTo>
                  <a:cubicBezTo>
                    <a:pt x="606467" y="0"/>
                    <a:pt x="631312" y="10291"/>
                    <a:pt x="649630" y="28610"/>
                  </a:cubicBezTo>
                  <a:cubicBezTo>
                    <a:pt x="667949" y="46928"/>
                    <a:pt x="678240" y="71773"/>
                    <a:pt x="678240" y="97680"/>
                  </a:cubicBezTo>
                  <a:lnTo>
                    <a:pt x="678240" y="97680"/>
                  </a:lnTo>
                  <a:cubicBezTo>
                    <a:pt x="678240" y="123586"/>
                    <a:pt x="667949" y="148431"/>
                    <a:pt x="649630" y="166750"/>
                  </a:cubicBezTo>
                  <a:cubicBezTo>
                    <a:pt x="631312" y="185068"/>
                    <a:pt x="606467" y="195359"/>
                    <a:pt x="580560" y="195359"/>
                  </a:cubicBezTo>
                  <a:lnTo>
                    <a:pt x="97680" y="195359"/>
                  </a:lnTo>
                  <a:cubicBezTo>
                    <a:pt x="71773" y="195359"/>
                    <a:pt x="46928" y="185068"/>
                    <a:pt x="28610" y="166750"/>
                  </a:cubicBezTo>
                  <a:cubicBezTo>
                    <a:pt x="10291" y="148431"/>
                    <a:pt x="0" y="123586"/>
                    <a:pt x="0" y="97680"/>
                  </a:cubicBezTo>
                  <a:lnTo>
                    <a:pt x="0" y="97680"/>
                  </a:lnTo>
                  <a:cubicBezTo>
                    <a:pt x="0" y="71773"/>
                    <a:pt x="10291" y="46928"/>
                    <a:pt x="28610" y="28610"/>
                  </a:cubicBezTo>
                  <a:cubicBezTo>
                    <a:pt x="46928" y="10291"/>
                    <a:pt x="71773" y="0"/>
                    <a:pt x="97680" y="0"/>
                  </a:cubicBezTo>
                  <a:close/>
                </a:path>
              </a:pathLst>
            </a:custGeom>
            <a:ln w="38100" cap="rnd">
              <a:gradFill>
                <a:gsLst>
                  <a:gs pos="0">
                    <a:srgbClr val="D2A75A">
                      <a:alpha val="100000"/>
                    </a:srgbClr>
                  </a:gs>
                  <a:gs pos="16667">
                    <a:srgbClr val="D9B772">
                      <a:alpha val="100000"/>
                    </a:srgbClr>
                  </a:gs>
                  <a:gs pos="33333">
                    <a:srgbClr val="E4CA89">
                      <a:alpha val="100000"/>
                    </a:srgbClr>
                  </a:gs>
                  <a:gs pos="50000">
                    <a:srgbClr val="F6E7AD">
                      <a:alpha val="100000"/>
                    </a:srgbClr>
                  </a:gs>
                  <a:gs pos="66667">
                    <a:srgbClr val="D9B772">
                      <a:alpha val="100000"/>
                    </a:srgbClr>
                  </a:gs>
                  <a:gs pos="83333">
                    <a:srgbClr val="D2A75A">
                      <a:alpha val="100000"/>
                    </a:srgbClr>
                  </a:gs>
                  <a:gs pos="100000">
                    <a:srgbClr val="D2A75A">
                      <a:alpha val="100000"/>
                    </a:srgbClr>
                  </a:gs>
                </a:gsLst>
                <a:lin ang="2700000"/>
              </a:gra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78240" cy="2334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7057178" y="8744267"/>
            <a:ext cx="1230822" cy="77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79580" y="3609975"/>
            <a:ext cx="15569337" cy="1533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9"/>
              </a:lnSpc>
            </a:pPr>
            <a:r>
              <a:rPr lang="en-US" b="true" sz="7499">
                <a:gradFill>
                  <a:gsLst>
                    <a:gs pos="0">
                      <a:srgbClr val="1C253F">
                        <a:alpha val="100000"/>
                      </a:srgbClr>
                    </a:gs>
                    <a:gs pos="25000">
                      <a:srgbClr val="293C6F">
                        <a:alpha val="100000"/>
                      </a:srgbClr>
                    </a:gs>
                    <a:gs pos="50000">
                      <a:srgbClr val="555F7D">
                        <a:alpha val="100000"/>
                      </a:srgbClr>
                    </a:gs>
                    <a:gs pos="75000">
                      <a:srgbClr val="293C6F">
                        <a:alpha val="100000"/>
                      </a:srgbClr>
                    </a:gs>
                    <a:gs pos="100000">
                      <a:srgbClr val="222E51">
                        <a:alpha val="100000"/>
                      </a:srgbClr>
                    </a:gs>
                  </a:gsLst>
                  <a:lin ang="2700000"/>
                </a:gradFill>
                <a:latin typeface="Prachason Neue Mon Bold"/>
                <a:ea typeface="Prachason Neue Mon Bold"/>
                <a:cs typeface="Prachason Neue Mon Bold"/>
                <a:sym typeface="Prachason Neue Mon Bold"/>
              </a:rPr>
              <a:t>THANK 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DAHWguL4OUQ</dc:identifier>
  <dcterms:modified xsi:type="dcterms:W3CDTF">2011-08-01T06:04:30Z</dcterms:modified>
  <cp:revision>1</cp:revision>
  <dc:title>Blue White and Gold Simple Modern Presentation</dc:title>
</cp:coreProperties>
</file>